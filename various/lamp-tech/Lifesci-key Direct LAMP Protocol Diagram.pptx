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772400" cx="100584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781">
          <p15:clr>
            <a:srgbClr val="A4A3A4"/>
          </p15:clr>
        </p15:guide>
        <p15:guide id="2" pos="6221">
          <p15:clr>
            <a:srgbClr val="A4A3A4"/>
          </p15:clr>
        </p15:guide>
        <p15:guide id="3" pos="115">
          <p15:clr>
            <a:srgbClr val="9AA0A6"/>
          </p15:clr>
        </p15:guide>
        <p15:guide id="4" orient="horz" pos="11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81" orient="horz"/>
        <p:guide pos="6221"/>
        <p:guide pos="115"/>
        <p:guide pos="11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008a59ae43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1008a59ae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42879" y="1125136"/>
            <a:ext cx="9372900" cy="31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42870" y="4282678"/>
            <a:ext cx="93729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42870" y="3250173"/>
            <a:ext cx="9372900" cy="12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39275" y="680227"/>
            <a:ext cx="7004400" cy="61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5433450" y="1094158"/>
            <a:ext cx="4221000" cy="55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42870" y="1671478"/>
            <a:ext cx="9372900" cy="29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42870" y="4763362"/>
            <a:ext cx="9372900" cy="19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39225" y="7047900"/>
            <a:ext cx="22530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7781014" y="7118430"/>
            <a:ext cx="2193661" cy="479400"/>
            <a:chOff x="9603939" y="5948300"/>
            <a:chExt cx="2193661" cy="479400"/>
          </a:xfrm>
        </p:grpSpPr>
        <p:pic>
          <p:nvPicPr>
            <p:cNvPr id="10" name="Google Shape;10;p1"/>
            <p:cNvPicPr preferRelativeResize="0"/>
            <p:nvPr/>
          </p:nvPicPr>
          <p:blipFill rotWithShape="1">
            <a:blip r:embed="rId1">
              <a:alphaModFix/>
            </a:blip>
            <a:srcRect b="3729" l="0" r="0" t="3738"/>
            <a:stretch/>
          </p:blipFill>
          <p:spPr>
            <a:xfrm>
              <a:off x="9603939" y="5948300"/>
              <a:ext cx="531061" cy="479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1;p1"/>
            <p:cNvSpPr txBox="1"/>
            <p:nvPr/>
          </p:nvSpPr>
          <p:spPr>
            <a:xfrm>
              <a:off x="10135000" y="5948300"/>
              <a:ext cx="16626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1827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latin typeface="Roboto"/>
                  <a:ea typeface="Roboto"/>
                  <a:cs typeface="Roboto"/>
                  <a:sym typeface="Roboto"/>
                </a:rPr>
                <a:t>FloodLAMP Biotechnologies, </a:t>
              </a:r>
              <a:endParaRPr b="1" sz="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latin typeface="Roboto"/>
                  <a:ea typeface="Roboto"/>
                  <a:cs typeface="Roboto"/>
                  <a:sym typeface="Roboto"/>
                </a:rPr>
                <a:t>a Public Benefit Corporation </a:t>
              </a:r>
              <a:endParaRPr b="1" sz="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900">
                  <a:solidFill>
                    <a:srgbClr val="A61C00"/>
                  </a:solidFill>
                  <a:latin typeface="Roboto"/>
                  <a:ea typeface="Roboto"/>
                  <a:cs typeface="Roboto"/>
                  <a:sym typeface="Roboto"/>
                </a:rPr>
                <a:t>contact@floodlamp.bio</a:t>
              </a:r>
              <a:endParaRPr b="1" i="1" sz="1300">
                <a:solidFill>
                  <a:srgbClr val="A61C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075" y="182875"/>
            <a:ext cx="7828352" cy="644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